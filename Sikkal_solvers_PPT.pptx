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A193-0B8D-F976-B334-D62A9ACF8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2FD2B-99FD-E925-13A3-D85E02E14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EB671-2C7E-41D2-1463-B49784B9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287B1-CF40-BFB5-0F6E-F8CFAD551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A925B-EF11-DDC3-4F8A-A9D546CB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75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54CDF-C5B4-87A4-2EFE-39F2DBA1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07C70-5AB9-5419-4D6E-539CA8B8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10DB8-6BC9-76F2-E7BE-C6B0A104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8BD55-23CF-DEB2-146F-9CA3E5B1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721A5-9049-F2E2-8E70-34500B90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3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8D43-2DF0-50C7-2E09-3182F7CE1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2E6FF-7CB9-D742-904E-8301B64DC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BBDAF-4E62-CD6E-E78B-1A9A438A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7038B-4236-626E-6D40-E11397138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F7625-33DB-1751-141B-F3561B58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9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60A6-224B-B51F-FE56-20AB84E5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83A44-8738-435A-6FA4-853A81313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1F662-3817-E94E-53F5-5CEDDAB4A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57AAE-5BCC-8F0B-8F78-78B603ED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0C443-FF8C-1D3A-7018-572D56775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A34C2-7A11-3372-089B-7152612F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28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8D81-A49F-BBC4-33B9-3D2B5D39E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485F9-082A-3605-2760-56193C03A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A2C17-265E-894C-26C0-AC2B10814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3568F3-DA72-2C18-A073-651976BB4E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4F6536-4C6D-185E-2CDC-477AEB448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9CA6C-ED81-2D55-3818-795EDAC9B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D1218F-0847-ACCC-0355-DA58ADEF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A7561D-E533-669C-A205-F7F4C018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08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E290D-39B0-2B78-C73F-9E0761BAC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3D521-4136-93E6-CC6C-3916D017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27A22-B7E5-297B-B5AD-2048ECEF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B6C01-CECA-2544-640C-3AC6B835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5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B0DD8-7521-4128-7730-FC1067E8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6FE372-C8B6-B240-EA22-1489E3DB4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C1747-8521-7E58-501B-CA6CE5C3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3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1B88-6707-3914-D10D-50B9F0BF0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B53A5-EE1E-B7AA-9D97-192B93711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9F813-1007-8026-3328-C79D8361F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149DA-C734-0E45-B2B7-7BD02208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1E146-5253-2E97-16FA-5BEEB983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32EC3-9337-4C57-DB20-1FF6AECBB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06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09E7A-F391-70D0-5111-B2A1288F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91230D-82C9-29BD-6F70-844414FF5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20F72-C837-892F-8F37-604BB7B01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25A04-1EB3-8B41-F6CA-E1BA9C3B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02F78-6141-0191-104F-B24F2ED40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DD356-5E42-7830-6042-E10EDFEB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9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EAA7-07DE-4A91-24A2-CBBC3A873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D652F-71EA-BA9C-A632-BB9045131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0283F-FF48-CF86-5F26-75716E97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D6681-1A35-3B14-30A1-7682DDF24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3F5AD-339C-714A-11B8-4F80FE1C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43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16F39-2F82-441C-4E67-7D42346ED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C024A-16AC-7235-D633-9DF3A0C5B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03951-EA51-10CE-2523-4E3BF2A1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8D8A9-2CF3-48D5-25A7-F775029F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B39C4-9A23-0EC9-096C-CA33E0A7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60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A0D66-4F52-4241-1C00-A671B632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0050E-E71C-CE8E-755A-D0B533002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BA9B6-93B5-61D1-F6CC-2FB50BF90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06E91-BF5D-4CE3-BDDD-4A1E7692E1D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8ABDD-82BC-6F27-6080-607CF3C23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AD281-3C5F-1E6D-E71A-B703C7092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AFA85-60E1-4D23-9994-08400997E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30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A657-35DE-7C59-AA7D-410B322892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RETAIL DATA PROCESSING</a:t>
            </a:r>
            <a:br>
              <a:rPr lang="en-US" dirty="0"/>
            </a:br>
            <a:r>
              <a:rPr lang="en-US" sz="3600" dirty="0"/>
              <a:t>USE CASE:</a:t>
            </a:r>
            <a:br>
              <a:rPr lang="en-US" sz="3600" dirty="0"/>
            </a:br>
            <a:r>
              <a:rPr lang="en-US" sz="3600" dirty="0"/>
              <a:t>LOYALTY LENS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9BBA4-5AD0-6D8E-F1D3-4ECE6A93E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/>
              <a:t>BY: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SANTHOSHKUMAR R H(108122088)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K R VISHAL(108122046)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 S SARVESH KUMAR(108122119)</a:t>
            </a:r>
          </a:p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3EAF7-AD48-27BF-5DF2-490EF5F00D9E}"/>
              </a:ext>
            </a:extLst>
          </p:cNvPr>
          <p:cNvSpPr txBox="1"/>
          <p:nvPr/>
        </p:nvSpPr>
        <p:spPr>
          <a:xfrm>
            <a:off x="4129549" y="507068"/>
            <a:ext cx="7039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TEAM – SIKKAL SOLVERS</a:t>
            </a:r>
          </a:p>
        </p:txBody>
      </p:sp>
    </p:spTree>
    <p:extLst>
      <p:ext uri="{BB962C8B-B14F-4D97-AF65-F5344CB8AC3E}">
        <p14:creationId xmlns:p14="http://schemas.microsoft.com/office/powerpoint/2010/main" val="412926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76B666B-16EF-D219-D31E-86A907A5476E}"/>
              </a:ext>
            </a:extLst>
          </p:cNvPr>
          <p:cNvSpPr/>
          <p:nvPr/>
        </p:nvSpPr>
        <p:spPr>
          <a:xfrm>
            <a:off x="1140542" y="2062316"/>
            <a:ext cx="2890684" cy="27333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FLOW CHART(APPROACH)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71DD7D-FEE9-E6BE-2644-9D0E1418F9B1}"/>
              </a:ext>
            </a:extLst>
          </p:cNvPr>
          <p:cNvCxnSpPr>
            <a:cxnSpLocks/>
          </p:cNvCxnSpPr>
          <p:nvPr/>
        </p:nvCxnSpPr>
        <p:spPr>
          <a:xfrm flipV="1">
            <a:off x="3421355" y="533634"/>
            <a:ext cx="1564143" cy="192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F992DBC-371A-4FDF-CE3C-2F6B820D28AB}"/>
              </a:ext>
            </a:extLst>
          </p:cNvPr>
          <p:cNvSpPr/>
          <p:nvPr/>
        </p:nvSpPr>
        <p:spPr>
          <a:xfrm>
            <a:off x="5004619" y="344128"/>
            <a:ext cx="5565058" cy="422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COLLECTION /CREATION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41FE35-52E0-3742-B773-E6F656A9BC48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854789" y="2213355"/>
            <a:ext cx="1238864" cy="983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C67C953-E934-4CF6-A7C8-C3B28D0E3B5F}"/>
              </a:ext>
            </a:extLst>
          </p:cNvPr>
          <p:cNvSpPr/>
          <p:nvPr/>
        </p:nvSpPr>
        <p:spPr>
          <a:xfrm>
            <a:off x="5004619" y="1159938"/>
            <a:ext cx="5565058" cy="403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EXPLORATORAY DATA ANALYSIS (EDA)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10554B-84EF-534A-0EE6-5473F0B931E6}"/>
              </a:ext>
            </a:extLst>
          </p:cNvPr>
          <p:cNvSpPr/>
          <p:nvPr/>
        </p:nvSpPr>
        <p:spPr>
          <a:xfrm>
            <a:off x="5093653" y="1997045"/>
            <a:ext cx="5565058" cy="432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LOYALTY POINTS ENGINE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39D0B7-6C29-6A2C-0407-64FE9F7412FC}"/>
              </a:ext>
            </a:extLst>
          </p:cNvPr>
          <p:cNvSpPr/>
          <p:nvPr/>
        </p:nvSpPr>
        <p:spPr>
          <a:xfrm>
            <a:off x="5112774" y="2941019"/>
            <a:ext cx="5565058" cy="4596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RFM &amp; TRENDS 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6EB41D-A3A3-490A-280A-61A065A4B2B5}"/>
              </a:ext>
            </a:extLst>
          </p:cNvPr>
          <p:cNvSpPr/>
          <p:nvPr/>
        </p:nvSpPr>
        <p:spPr>
          <a:xfrm>
            <a:off x="5191432" y="3848156"/>
            <a:ext cx="5486400" cy="4596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CLV  </a:t>
            </a:r>
            <a:r>
              <a:rPr lang="en-US" dirty="0"/>
              <a:t>SCORING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DD64F0-F51B-6E58-2C1D-432CF80C40AC}"/>
              </a:ext>
            </a:extLst>
          </p:cNvPr>
          <p:cNvSpPr/>
          <p:nvPr/>
        </p:nvSpPr>
        <p:spPr>
          <a:xfrm>
            <a:off x="5191432" y="4719110"/>
            <a:ext cx="5486400" cy="3834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 SEGMENTATION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258044-FFC8-99F7-5B7E-6A9ADDF422EE}"/>
              </a:ext>
            </a:extLst>
          </p:cNvPr>
          <p:cNvSpPr/>
          <p:nvPr/>
        </p:nvSpPr>
        <p:spPr>
          <a:xfrm>
            <a:off x="5191432" y="5555225"/>
            <a:ext cx="5565058" cy="3834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 &amp; RESULT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3DD14D-FC3C-A788-3F06-9EFBEA2F8BB7}"/>
              </a:ext>
            </a:extLst>
          </p:cNvPr>
          <p:cNvCxnSpPr>
            <a:endCxn id="10" idx="1"/>
          </p:cNvCxnSpPr>
          <p:nvPr/>
        </p:nvCxnSpPr>
        <p:spPr>
          <a:xfrm flipV="1">
            <a:off x="3696929" y="1361500"/>
            <a:ext cx="1307690" cy="1435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60FB508-5CAC-D622-3CF4-16EEC3EB318B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854789" y="3170848"/>
            <a:ext cx="1257985" cy="358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D590A63-7F0B-F015-1EFF-FBE945CE14C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854789" y="3848156"/>
            <a:ext cx="1336643" cy="229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6059D4-BB40-4021-1852-D5F1661DC211}"/>
              </a:ext>
            </a:extLst>
          </p:cNvPr>
          <p:cNvCxnSpPr>
            <a:cxnSpLocks/>
          </p:cNvCxnSpPr>
          <p:nvPr/>
        </p:nvCxnSpPr>
        <p:spPr>
          <a:xfrm>
            <a:off x="3607895" y="4169270"/>
            <a:ext cx="1603202" cy="741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439CA6-3ACB-8686-9227-65EF7059017E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303639" y="4424830"/>
            <a:ext cx="1887793" cy="1322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37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CB09-0D68-B7B6-57C8-6A6CD8F2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3" y="64102"/>
            <a:ext cx="8876071" cy="691793"/>
          </a:xfrm>
        </p:spPr>
        <p:txBody>
          <a:bodyPr>
            <a:normAutofit fontScale="90000"/>
          </a:bodyPr>
          <a:lstStyle/>
          <a:p>
            <a:r>
              <a:rPr lang="en-US" dirty="0"/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DAE923-31FD-4528-FADC-27BA652BD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729" y="616779"/>
            <a:ext cx="8003458" cy="6177119"/>
          </a:xfrm>
        </p:spPr>
      </p:pic>
    </p:spTree>
    <p:extLst>
      <p:ext uri="{BB962C8B-B14F-4D97-AF65-F5344CB8AC3E}">
        <p14:creationId xmlns:p14="http://schemas.microsoft.com/office/powerpoint/2010/main" val="1371159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C9481E-8FAB-B677-4C52-8B3ADC7911FE}"/>
              </a:ext>
            </a:extLst>
          </p:cNvPr>
          <p:cNvSpPr txBox="1"/>
          <p:nvPr/>
        </p:nvSpPr>
        <p:spPr>
          <a:xfrm>
            <a:off x="3716593" y="196645"/>
            <a:ext cx="44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 ARCHITECTURE DIAGRAM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C03B61-6012-FC70-A63D-351B9011F8BC}"/>
              </a:ext>
            </a:extLst>
          </p:cNvPr>
          <p:cNvSpPr/>
          <p:nvPr/>
        </p:nvSpPr>
        <p:spPr>
          <a:xfrm>
            <a:off x="4660490" y="894735"/>
            <a:ext cx="2723536" cy="10717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Source CSV FILES: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Products,Customers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Stores,Promotion,Loyalty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rules,Store</a:t>
            </a:r>
            <a:r>
              <a:rPr lang="en-US" dirty="0">
                <a:solidFill>
                  <a:schemeClr val="tx1"/>
                </a:solidFill>
              </a:rPr>
              <a:t>-Sales,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3FF5E8-42BA-633F-5214-203D575CF042}"/>
              </a:ext>
            </a:extLst>
          </p:cNvPr>
          <p:cNvCxnSpPr>
            <a:stCxn id="4" idx="2"/>
          </p:cNvCxnSpPr>
          <p:nvPr/>
        </p:nvCxnSpPr>
        <p:spPr>
          <a:xfrm>
            <a:off x="6022258" y="1966453"/>
            <a:ext cx="0" cy="324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84AF047-F74B-BEE8-7904-3F29A26D1F2B}"/>
              </a:ext>
            </a:extLst>
          </p:cNvPr>
          <p:cNvSpPr/>
          <p:nvPr/>
        </p:nvSpPr>
        <p:spPr>
          <a:xfrm>
            <a:off x="4817806" y="2290916"/>
            <a:ext cx="2408903" cy="8357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Ingestion Layer:</a:t>
            </a:r>
            <a:br>
              <a:rPr lang="en-US" dirty="0"/>
            </a:br>
            <a:r>
              <a:rPr lang="en-US" dirty="0"/>
              <a:t>Python ETL Scripts(Pandas)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BD7B47-77F8-2C0E-46B4-A4883AD40CC4}"/>
              </a:ext>
            </a:extLst>
          </p:cNvPr>
          <p:cNvCxnSpPr>
            <a:stCxn id="9" idx="2"/>
          </p:cNvCxnSpPr>
          <p:nvPr/>
        </p:nvCxnSpPr>
        <p:spPr>
          <a:xfrm flipH="1">
            <a:off x="6022257" y="3126657"/>
            <a:ext cx="1" cy="30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8743325-1E8A-201B-F508-EB0CC9844BA3}"/>
              </a:ext>
            </a:extLst>
          </p:cNvPr>
          <p:cNvSpPr/>
          <p:nvPr/>
        </p:nvSpPr>
        <p:spPr>
          <a:xfrm>
            <a:off x="5034119" y="3529781"/>
            <a:ext cx="1946782" cy="5801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quality Validation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734415-CD13-169F-D84C-5375C0B00D28}"/>
              </a:ext>
            </a:extLst>
          </p:cNvPr>
          <p:cNvCxnSpPr/>
          <p:nvPr/>
        </p:nvCxnSpPr>
        <p:spPr>
          <a:xfrm>
            <a:off x="6022257" y="4129548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FBD11DD-881F-DA5C-9251-497971008B24}"/>
              </a:ext>
            </a:extLst>
          </p:cNvPr>
          <p:cNvCxnSpPr>
            <a:cxnSpLocks/>
          </p:cNvCxnSpPr>
          <p:nvPr/>
        </p:nvCxnSpPr>
        <p:spPr>
          <a:xfrm>
            <a:off x="5309418" y="4493343"/>
            <a:ext cx="14256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C9FD5F-D5BF-CB3D-5B6A-A67E05772291}"/>
              </a:ext>
            </a:extLst>
          </p:cNvPr>
          <p:cNvCxnSpPr>
            <a:cxnSpLocks/>
          </p:cNvCxnSpPr>
          <p:nvPr/>
        </p:nvCxnSpPr>
        <p:spPr>
          <a:xfrm>
            <a:off x="5319252" y="4483510"/>
            <a:ext cx="0" cy="294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D95F2C-94C4-1A6E-64A1-2D7BE3F7D376}"/>
              </a:ext>
            </a:extLst>
          </p:cNvPr>
          <p:cNvCxnSpPr>
            <a:cxnSpLocks/>
          </p:cNvCxnSpPr>
          <p:nvPr/>
        </p:nvCxnSpPr>
        <p:spPr>
          <a:xfrm>
            <a:off x="6725265" y="4483510"/>
            <a:ext cx="0" cy="373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E639ED7-8C08-5ADE-1B32-7DD2A7CDD08C}"/>
              </a:ext>
            </a:extLst>
          </p:cNvPr>
          <p:cNvSpPr/>
          <p:nvPr/>
        </p:nvSpPr>
        <p:spPr>
          <a:xfrm>
            <a:off x="3716594" y="4778478"/>
            <a:ext cx="1858298" cy="10717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Processing Layer</a:t>
            </a:r>
            <a:br>
              <a:rPr lang="en-US" dirty="0"/>
            </a:br>
            <a:r>
              <a:rPr lang="en-US" dirty="0"/>
              <a:t>1.Loyalty Points</a:t>
            </a:r>
            <a:br>
              <a:rPr lang="en-US" dirty="0"/>
            </a:br>
            <a:r>
              <a:rPr lang="en-US" dirty="0"/>
              <a:t>2.RFM</a:t>
            </a:r>
            <a:br>
              <a:rPr lang="en-US" dirty="0"/>
            </a:br>
            <a:r>
              <a:rPr lang="en-US" dirty="0"/>
              <a:t>3.CLV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4D22BF-BC21-13C2-122D-1410E97E6166}"/>
              </a:ext>
            </a:extLst>
          </p:cNvPr>
          <p:cNvSpPr/>
          <p:nvPr/>
        </p:nvSpPr>
        <p:spPr>
          <a:xfrm>
            <a:off x="6617110" y="4857135"/>
            <a:ext cx="1858296" cy="4522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Combining Tables</a:t>
            </a:r>
          </a:p>
        </p:txBody>
      </p:sp>
    </p:spTree>
    <p:extLst>
      <p:ext uri="{BB962C8B-B14F-4D97-AF65-F5344CB8AC3E}">
        <p14:creationId xmlns:p14="http://schemas.microsoft.com/office/powerpoint/2010/main" val="4000159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7B9317-D2B8-D979-9FC8-A06306F93083}"/>
              </a:ext>
            </a:extLst>
          </p:cNvPr>
          <p:cNvSpPr txBox="1"/>
          <p:nvPr/>
        </p:nvSpPr>
        <p:spPr>
          <a:xfrm>
            <a:off x="530942" y="481781"/>
            <a:ext cx="288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LOYALTY 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5EE3F-5C7F-BB0B-6BE6-E54DCE60B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851" y="1020249"/>
            <a:ext cx="3919077" cy="1958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6FA1C0-6008-A9E2-7C0F-112589B2D97F}"/>
              </a:ext>
            </a:extLst>
          </p:cNvPr>
          <p:cNvSpPr txBox="1"/>
          <p:nvPr/>
        </p:nvSpPr>
        <p:spPr>
          <a:xfrm>
            <a:off x="7207046" y="560439"/>
            <a:ext cx="2517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RFM Scores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675D9D-3264-7898-96A7-9100A205B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046" y="929771"/>
            <a:ext cx="4962525" cy="2257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BEDF50-15BD-BB45-9A07-F28522B2E4E6}"/>
              </a:ext>
            </a:extLst>
          </p:cNvPr>
          <p:cNvSpPr txBox="1"/>
          <p:nvPr/>
        </p:nvSpPr>
        <p:spPr>
          <a:xfrm>
            <a:off x="5220928" y="3694161"/>
            <a:ext cx="2684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CLV Scores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B03D26-8E06-E6B5-0C46-49A66AF184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812" y="4262283"/>
            <a:ext cx="604837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77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132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    RETAIL DATA PROCESSING USE CASE: LOYALTY LENS  </vt:lpstr>
      <vt:lpstr>PowerPoint Presentation</vt:lpstr>
      <vt:lpstr>ER DIAGRAM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kumar</dc:creator>
  <cp:lastModifiedBy>Santhosh kumar</cp:lastModifiedBy>
  <cp:revision>3</cp:revision>
  <dcterms:created xsi:type="dcterms:W3CDTF">2026-02-04T05:55:24Z</dcterms:created>
  <dcterms:modified xsi:type="dcterms:W3CDTF">2026-02-04T13:38:34Z</dcterms:modified>
</cp:coreProperties>
</file>