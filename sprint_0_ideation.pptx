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thosh kumar" userId="937739adf9a010d2" providerId="LiveId" clId="{07BD9483-6C6E-4B77-9F27-80C1681BC7C8}"/>
    <pc:docChg chg="modSld">
      <pc:chgData name="Santhosh kumar" userId="937739adf9a010d2" providerId="LiveId" clId="{07BD9483-6C6E-4B77-9F27-80C1681BC7C8}" dt="2026-02-04T05:57:37.364" v="5" actId="20577"/>
      <pc:docMkLst>
        <pc:docMk/>
      </pc:docMkLst>
      <pc:sldChg chg="modSp mod">
        <pc:chgData name="Santhosh kumar" userId="937739adf9a010d2" providerId="LiveId" clId="{07BD9483-6C6E-4B77-9F27-80C1681BC7C8}" dt="2026-02-04T05:57:37.364" v="5" actId="20577"/>
        <pc:sldMkLst>
          <pc:docMk/>
          <pc:sldMk cId="2361371205" sldId="257"/>
        </pc:sldMkLst>
        <pc:spChg chg="mod">
          <ac:chgData name="Santhosh kumar" userId="937739adf9a010d2" providerId="LiveId" clId="{07BD9483-6C6E-4B77-9F27-80C1681BC7C8}" dt="2026-02-04T05:57:37.364" v="5" actId="20577"/>
          <ac:spMkLst>
            <pc:docMk/>
            <pc:sldMk cId="2361371205" sldId="257"/>
            <ac:spMk id="13" creationId="{4F6EB41D-A3A3-490A-280A-61A065A4B2B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6A193-0B8D-F976-B334-D62A9ACF88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02FD2B-99FD-E925-13A3-D85E02E144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8EB671-2C7E-41D2-1463-B49784B92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6E91-BF5D-4CE3-BDDD-4A1E7692E1D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287B1-CF40-BFB5-0F6E-F8CFAD551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A925B-EF11-DDC3-4F8A-A9D546CB3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AFA85-60E1-4D23-9994-08400997EA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675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54CDF-C5B4-87A4-2EFE-39F2DBA19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07C70-5AB9-5419-4D6E-539CA8B8D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410DB8-6BC9-76F2-E7BE-C6B0A1047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6E91-BF5D-4CE3-BDDD-4A1E7692E1D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88BD55-23CF-DEB2-146F-9CA3E5B14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721A5-9049-F2E2-8E70-34500B90F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AFA85-60E1-4D23-9994-08400997EA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836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98D43-2DF0-50C7-2E09-3182F7CE1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A2E6FF-7CB9-D742-904E-8301B64DC5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5BBDAF-4E62-CD6E-E78B-1A9A438A5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6E91-BF5D-4CE3-BDDD-4A1E7692E1D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A7038B-4236-626E-6D40-E11397138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F7625-33DB-1751-141B-F3561B582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AFA85-60E1-4D23-9994-08400997EA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598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F60A6-224B-B51F-FE56-20AB84E59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83A44-8738-435A-6FA4-853A813133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F1F662-3817-E94E-53F5-5CEDDAB4A6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057AAE-5BCC-8F0B-8F78-78B603ED3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6E91-BF5D-4CE3-BDDD-4A1E7692E1D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E0C443-FF8C-1D3A-7018-572D56775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9A34C2-7A11-3372-089B-7152612FC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AFA85-60E1-4D23-9994-08400997EA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528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58D81-A49F-BBC4-33B9-3D2B5D39E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E485F9-082A-3605-2760-56193C03A4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0A2C17-265E-894C-26C0-AC2B108140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3568F3-DA72-2C18-A073-651976BB4E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4F6536-4C6D-185E-2CDC-477AEB448D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59CA6C-ED81-2D55-3818-795EDAC9B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6E91-BF5D-4CE3-BDDD-4A1E7692E1D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D1218F-0847-ACCC-0355-DA58ADEF0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A7561D-E533-669C-A205-F7F4C0180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AFA85-60E1-4D23-9994-08400997EA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308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E290D-39B0-2B78-C73F-9E0761BAC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03D521-4136-93E6-CC6C-3916D0174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6E91-BF5D-4CE3-BDDD-4A1E7692E1D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727A22-B7E5-297B-B5AD-2048ECEF4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4B6C01-CECA-2544-640C-3AC6B8355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AFA85-60E1-4D23-9994-08400997EA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652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FB0DD8-7521-4128-7730-FC1067E89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6E91-BF5D-4CE3-BDDD-4A1E7692E1D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6FE372-C8B6-B240-EA22-1489E3DB4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8C1747-8521-7E58-501B-CA6CE5C35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AFA85-60E1-4D23-9994-08400997EA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232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B1B88-6707-3914-D10D-50B9F0BF0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B53A5-EE1E-B7AA-9D97-192B93711B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B9F813-1007-8026-3328-C79D8361FE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E149DA-C734-0E45-B2B7-7BD022081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6E91-BF5D-4CE3-BDDD-4A1E7692E1D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61E146-5253-2E97-16FA-5BEEB9834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B32EC3-9337-4C57-DB20-1FF6AECBB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AFA85-60E1-4D23-9994-08400997EA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006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09E7A-F391-70D0-5111-B2A1288F4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91230D-82C9-29BD-6F70-844414FF55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420F72-C837-892F-8F37-604BB7B011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525A04-1EB3-8B41-F6CA-E1BA9C3B7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6E91-BF5D-4CE3-BDDD-4A1E7692E1D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F02F78-6141-0191-104F-B24F2ED40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8DD356-5E42-7830-6042-E10EDFEBB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AFA85-60E1-4D23-9994-08400997EA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39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BEAA7-07DE-4A91-24A2-CBBC3A873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AD652F-71EA-BA9C-A632-BB90451311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50283F-FF48-CF86-5F26-75716E977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6E91-BF5D-4CE3-BDDD-4A1E7692E1D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D6681-1A35-3B14-30A1-7682DDF24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03F5AD-339C-714A-11B8-4F80FE1C6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AFA85-60E1-4D23-9994-08400997EA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843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716F39-2F82-441C-4E67-7D42346EDF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CC024A-16AC-7235-D633-9DF3A0C5B6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303951-EA51-10CE-2523-4E3BF2A19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6E91-BF5D-4CE3-BDDD-4A1E7692E1D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8D8A9-2CF3-48D5-25A7-F775029F0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EB39C4-9A23-0EC9-096C-CA33E0A78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AFA85-60E1-4D23-9994-08400997EA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860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1A0D66-4F52-4241-1C00-A671B6324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D0050E-E71C-CE8E-755A-D0B5330022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2BA9B6-93B5-61D1-F6CC-2FB50BF90E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506E91-BF5D-4CE3-BDDD-4A1E7692E1D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8ABDD-82BC-6F27-6080-607CF3C23F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6AD281-3C5F-1E6D-E71A-B703C70927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6AFA85-60E1-4D23-9994-08400997EA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730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4A657-35DE-7C59-AA7D-410B322892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USE CASE:</a:t>
            </a:r>
            <a:br>
              <a:rPr lang="en-US" dirty="0"/>
            </a:br>
            <a:r>
              <a:rPr lang="en-US" dirty="0"/>
              <a:t>LOYALTY LENS</a:t>
            </a:r>
            <a:br>
              <a:rPr lang="en-US" dirty="0"/>
            </a:br>
            <a:r>
              <a:rPr lang="en-US" dirty="0"/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A9BBA4-5AD0-6D8E-F1D3-4ECE6A93EA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lang="en-US" dirty="0"/>
              <a:t>BY: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SANTHOSHKUMAR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VISHAL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SARVESH KUAMR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9265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476B666B-16EF-D219-D31E-86A907A5476E}"/>
              </a:ext>
            </a:extLst>
          </p:cNvPr>
          <p:cNvSpPr/>
          <p:nvPr/>
        </p:nvSpPr>
        <p:spPr>
          <a:xfrm>
            <a:off x="1140542" y="2062316"/>
            <a:ext cx="2890684" cy="273336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FLOW CHART(APPROACH)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B71DD7D-FEE9-E6BE-2644-9D0E1418F9B1}"/>
              </a:ext>
            </a:extLst>
          </p:cNvPr>
          <p:cNvCxnSpPr>
            <a:cxnSpLocks/>
          </p:cNvCxnSpPr>
          <p:nvPr/>
        </p:nvCxnSpPr>
        <p:spPr>
          <a:xfrm flipV="1">
            <a:off x="3421355" y="533634"/>
            <a:ext cx="1564143" cy="19213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1F992DBC-371A-4FDF-CE3C-2F6B820D28AB}"/>
              </a:ext>
            </a:extLst>
          </p:cNvPr>
          <p:cNvSpPr/>
          <p:nvPr/>
        </p:nvSpPr>
        <p:spPr>
          <a:xfrm>
            <a:off x="5004619" y="344128"/>
            <a:ext cx="5565058" cy="4227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COLLECTION /CREATION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D41FE35-52E0-3742-B773-E6F656A9BC48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3854789" y="2213355"/>
            <a:ext cx="1238864" cy="9832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DC67C953-E934-4CF6-A7C8-C3B28D0E3B5F}"/>
              </a:ext>
            </a:extLst>
          </p:cNvPr>
          <p:cNvSpPr/>
          <p:nvPr/>
        </p:nvSpPr>
        <p:spPr>
          <a:xfrm>
            <a:off x="5004619" y="1159938"/>
            <a:ext cx="5565058" cy="4031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EXPLORATORAY DATA ANALYSIS (EDA)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F10554B-84EF-534A-0EE6-5473F0B931E6}"/>
              </a:ext>
            </a:extLst>
          </p:cNvPr>
          <p:cNvSpPr/>
          <p:nvPr/>
        </p:nvSpPr>
        <p:spPr>
          <a:xfrm>
            <a:off x="5093653" y="1997045"/>
            <a:ext cx="5565058" cy="4326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LOYALTY POINTS ENGINE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39D0B7-6C29-6A2C-0407-64FE9F7412FC}"/>
              </a:ext>
            </a:extLst>
          </p:cNvPr>
          <p:cNvSpPr/>
          <p:nvPr/>
        </p:nvSpPr>
        <p:spPr>
          <a:xfrm>
            <a:off x="5112774" y="2941019"/>
            <a:ext cx="5565058" cy="4596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RFM &amp; TRENDS  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F6EB41D-A3A3-490A-280A-61A065A4B2B5}"/>
              </a:ext>
            </a:extLst>
          </p:cNvPr>
          <p:cNvSpPr/>
          <p:nvPr/>
        </p:nvSpPr>
        <p:spPr>
          <a:xfrm>
            <a:off x="5191432" y="3848156"/>
            <a:ext cx="5486400" cy="4596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CLV  </a:t>
            </a:r>
            <a:r>
              <a:rPr lang="en-US" dirty="0"/>
              <a:t>SCORING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DDD64F0-F51B-6E58-2C1D-432CF80C40AC}"/>
              </a:ext>
            </a:extLst>
          </p:cNvPr>
          <p:cNvSpPr/>
          <p:nvPr/>
        </p:nvSpPr>
        <p:spPr>
          <a:xfrm>
            <a:off x="5191432" y="4719110"/>
            <a:ext cx="5486400" cy="3834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CUSTOMER SEGMENTATION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E258044-FFC8-99F7-5B7E-6A9ADDF422EE}"/>
              </a:ext>
            </a:extLst>
          </p:cNvPr>
          <p:cNvSpPr/>
          <p:nvPr/>
        </p:nvSpPr>
        <p:spPr>
          <a:xfrm>
            <a:off x="5191432" y="5555225"/>
            <a:ext cx="5565058" cy="3834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DASHBOARD &amp; RESULT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E3DD14D-FC3C-A788-3F06-9EFBEA2F8BB7}"/>
              </a:ext>
            </a:extLst>
          </p:cNvPr>
          <p:cNvCxnSpPr>
            <a:endCxn id="10" idx="1"/>
          </p:cNvCxnSpPr>
          <p:nvPr/>
        </p:nvCxnSpPr>
        <p:spPr>
          <a:xfrm flipV="1">
            <a:off x="3696929" y="1361500"/>
            <a:ext cx="1307690" cy="14355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60FB508-5CAC-D622-3CF4-16EEC3EB318B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3854789" y="3170848"/>
            <a:ext cx="1257985" cy="358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D590A63-7F0B-F015-1EFF-FBE945CE14CC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3854789" y="3848156"/>
            <a:ext cx="1336643" cy="2298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86059D4-BB40-4021-1852-D5F1661DC211}"/>
              </a:ext>
            </a:extLst>
          </p:cNvPr>
          <p:cNvCxnSpPr>
            <a:cxnSpLocks/>
          </p:cNvCxnSpPr>
          <p:nvPr/>
        </p:nvCxnSpPr>
        <p:spPr>
          <a:xfrm>
            <a:off x="3607895" y="4169270"/>
            <a:ext cx="1603202" cy="7415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3439CA6-3ACB-8686-9227-65EF7059017E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3303639" y="4424830"/>
            <a:ext cx="1887793" cy="13221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1371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3CB09-0D68-B7B6-57C8-6A6CD8F22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13" y="64102"/>
            <a:ext cx="8876071" cy="691793"/>
          </a:xfrm>
        </p:spPr>
        <p:txBody>
          <a:bodyPr>
            <a:normAutofit fontScale="90000"/>
          </a:bodyPr>
          <a:lstStyle/>
          <a:p>
            <a:r>
              <a:rPr lang="en-US" dirty="0"/>
              <a:t>ER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DAE923-31FD-4528-FADC-27BA652BD7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7729" y="616779"/>
            <a:ext cx="8003458" cy="6177119"/>
          </a:xfrm>
        </p:spPr>
      </p:pic>
    </p:spTree>
    <p:extLst>
      <p:ext uri="{BB962C8B-B14F-4D97-AF65-F5344CB8AC3E}">
        <p14:creationId xmlns:p14="http://schemas.microsoft.com/office/powerpoint/2010/main" val="13711599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Widescreen</PresentationFormat>
  <Paragraphs>14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     USE CASE: LOYALTY LENS  </vt:lpstr>
      <vt:lpstr>PowerPoint Presentation</vt:lpstr>
      <vt:lpstr>ER DIAGRAM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Santhosh kumar</dc:creator>
  <cp:lastModifiedBy>Santhosh kumar</cp:lastModifiedBy>
  <cp:revision>1</cp:revision>
  <dcterms:created xsi:type="dcterms:W3CDTF">2026-02-04T05:55:24Z</dcterms:created>
  <dcterms:modified xsi:type="dcterms:W3CDTF">2026-02-04T05:57:45Z</dcterms:modified>
</cp:coreProperties>
</file>